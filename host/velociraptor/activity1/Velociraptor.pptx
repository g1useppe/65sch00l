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2" r:id="rId5"/>
    <p:sldId id="266" r:id="rId6"/>
    <p:sldId id="261" r:id="rId7"/>
    <p:sldId id="268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68784" autoAdjust="0"/>
  </p:normalViewPr>
  <p:slideViewPr>
    <p:cSldViewPr snapToGrid="0">
      <p:cViewPr varScale="1">
        <p:scale>
          <a:sx n="62" d="100"/>
          <a:sy n="62" d="100"/>
        </p:scale>
        <p:origin x="149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8BC15-E77D-49C8-91B1-83C88AB98CE9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A8AD8-189C-4515-8C12-7398E9C3F4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9969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 </a:t>
            </a:r>
          </a:p>
          <a:p>
            <a:endParaRPr lang="en-US" dirty="0"/>
          </a:p>
          <a:p>
            <a:r>
              <a:rPr lang="en-US" dirty="0"/>
              <a:t>Velociraptor is an open-source endpoint visibility and digital forensic tool meaning it acts as a host-based agent that allows security teams to collect, monitor, and query forensic artefacts across endpoints in real time. </a:t>
            </a:r>
          </a:p>
          <a:p>
            <a:r>
              <a:rPr lang="en-US" dirty="0"/>
              <a:t>By deploying Velociraptor agents across systems, organizations can quickly investigate incidents, detect malicious activity, and feed telemetry back into a Security Information and Event Management (SIEM) system.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4324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When Velociraptor is deployed on a network the host machines to collect data and send back to velociraptor server which we use to analyse and use to determine malicious behaviour.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701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 </a:t>
            </a:r>
          </a:p>
          <a:p>
            <a:endParaRPr lang="en-US" dirty="0"/>
          </a:p>
          <a:p>
            <a:r>
              <a:rPr lang="en-US" dirty="0"/>
              <a:t>Searching the VFS can be heavily taxing on the SIEM, searching recursively should be used when what's in the directory is know.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753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9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267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</a:t>
            </a:r>
          </a:p>
          <a:p>
            <a:endParaRPr lang="en-US" dirty="0"/>
          </a:p>
          <a:p>
            <a:r>
              <a:rPr lang="en-US" dirty="0"/>
              <a:t>Hunts can be very resource intensive depending on the hunt and should be ran with caution to not overload SIEM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700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</a:t>
            </a:r>
          </a:p>
          <a:p>
            <a:endParaRPr lang="en-US" dirty="0"/>
          </a:p>
          <a:p>
            <a:r>
              <a:rPr lang="en-US" dirty="0"/>
              <a:t>This is important to look at as some hunts are very broad by default and could impact your SIEM if unchecked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7306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</a:t>
            </a:r>
          </a:p>
          <a:p>
            <a:endParaRPr lang="en-US" dirty="0"/>
          </a:p>
          <a:p>
            <a:r>
              <a:rPr lang="en-US" dirty="0"/>
              <a:t>You can check the status of your hunt by viewing the state column.</a:t>
            </a:r>
          </a:p>
          <a:p>
            <a:endParaRPr lang="en-US" dirty="0"/>
          </a:p>
          <a:p>
            <a:r>
              <a:rPr lang="en-US" dirty="0"/>
              <a:t>When viewing your output you would generally view it in the SIEM but you can quickly check in velociraptor to confirm that you are getting data from the hunt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185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</a:t>
            </a:r>
          </a:p>
          <a:p>
            <a:endParaRPr lang="en-US" dirty="0"/>
          </a:p>
          <a:p>
            <a:r>
              <a:rPr lang="en-US" dirty="0"/>
              <a:t>Use velociraptor series immersive labs.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A8AD8-189C-4515-8C12-7398E9C3F47A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692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ED10-2658-6715-D178-3B0764910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BA107-DAE7-45EF-E5E1-B22913D2E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F781B-AAC7-5BCE-C346-6369017B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40C1-502F-F283-D802-E59A21037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36BE3-4FFF-92ED-73BB-4DFC1754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66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F77A-4CD6-5665-ED2A-6D3A6FB3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FF643-840A-679C-1E70-C9A5C1A54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4EDAB-DB1C-8269-F0B3-F951C3C7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F9500-A6CA-56A8-5DA7-5578E38B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9B7BD-28D6-BB21-7AAE-EF418CBF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79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5A64-F2C3-1287-411F-E6CF72256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200F-58CC-2223-D119-CDC280C3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5D544-AB3C-403E-D7FD-8564E1E1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8170-7E91-0CA7-84F5-40BCA9DD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1A0D-70B0-F9E9-79F8-E407B764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80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A0E8-745E-7B65-244B-53ECB710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93E09-701A-7127-CDDF-90FD1FC9E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52185-411A-388A-9F01-DC3A31835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CE6EA-4A58-65DE-64F0-E8331782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B73E2-42EA-4A83-5AB9-41445F73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A423-304E-6B23-E352-462834D6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106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7913-B2C7-3DF5-6B72-C47DB1AA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2E1C0-AE91-F17C-2D42-2448D4BA7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A775F-80E0-87E1-9863-FF3D8756A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361C6D-043D-4CD2-2DD6-9C6B71E43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3625F-6C56-15AF-5FA2-CE63BB6BE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E326F-2205-FFE9-87B8-EA3176E9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405FE-2F5B-BBDB-E9A2-26FE5A3A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90EC5-E87A-D517-8E4D-B50426A2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19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EA50-2D05-FA2E-757B-73A18D10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221F8-CFD3-2F3E-E71E-FD124DC3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0FCB9-3998-9F11-3B9F-CAFBBFCF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0978-D2B2-DDF9-59E3-8B4FA139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532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E55C4-9D54-6282-485A-1CF1FD61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2CDBD-2C8B-7CA4-4EFE-04566066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E2EA2-D0A0-690F-9ACE-64B1DC54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8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95C4-0660-A2A4-6F0E-9C87B7EC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9C50-D715-0529-128E-34E4260C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87995-01EB-2A7C-64DC-325207EDB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ABEB0-8D0B-4A7A-596C-C9EA2112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8CE5F-C182-093A-DAC5-B5E6E894A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C35E7-9346-7D2A-101F-E8E60D8B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0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F7BA-D72E-2857-E005-9322DED5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50F24-3E9A-1E41-B9C6-C189258AA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1C7F6-2F70-5E5A-875A-A9C1F36FA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F4E2D-B632-49E7-3D69-C7AC6F1B7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BA436-FE21-8AF5-7A36-89E01E30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1D8EE-8374-2440-4412-7B6E64C9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72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B9D4-1D05-E11A-C1BB-3C277B87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CC116-4818-4040-F223-D37D47118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49E38-5D5D-9877-2AC9-EB48B746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9A1D0-283C-05C9-B796-E5AD2C1E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8501-90D3-E4C8-7748-FCBD9C52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83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E06F9-7CCF-3F43-0177-DE3F6028F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21EFD-6C9F-73D4-4193-6D80B4FFC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98B3D-35D6-795F-D80D-2C949B49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14CFB-D120-F915-B142-4D698F99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2588D-4343-759B-774C-13847F77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59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A2998-7A8C-E4E8-5246-64F5661D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08429-BBFD-5C79-E673-36E8728EC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84A9B-F639-3096-A3FF-950BA4289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8E0CB-18B2-4FF0-B730-DD57310780AA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D289-A04B-7235-F0B9-019FECF63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DB45A-3DD8-05B3-8079-9C9521FEA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C2395-368C-45CE-A060-CD445262B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13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BC21-2F88-D818-FDA3-CD596CA6EC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Velociraptor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A3206-B126-55FB-5502-B4D0F1DBA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13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B2F9-5BE1-6E36-A692-DE76DB9B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Velociraptor?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1CC01-CCF3-F2B3-E6AC-38B5ECCB5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Velociraptor is an open-source endpoint visibility and digital forensic tool - </a:t>
            </a:r>
            <a:r>
              <a:rPr lang="en-AU" dirty="0"/>
              <a:t>What does that mean?</a:t>
            </a:r>
          </a:p>
        </p:txBody>
      </p:sp>
    </p:spTree>
    <p:extLst>
      <p:ext uri="{BB962C8B-B14F-4D97-AF65-F5344CB8AC3E}">
        <p14:creationId xmlns:p14="http://schemas.microsoft.com/office/powerpoint/2010/main" val="13010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69E6-A4CD-18A0-1A73-539F1548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Scenario – Deploying Velociraptor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C3FD3-6A5F-7D6F-6AF9-6BB4ADAB4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670" y="1610370"/>
            <a:ext cx="8231659" cy="5007501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94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03A7-BB95-052A-39DE-34E226B7F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Virtual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2E597-6150-77E8-CA06-EE00EFC8B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Can view the directory and the MAC time of files</a:t>
            </a:r>
          </a:p>
          <a:p>
            <a:r>
              <a:rPr lang="en-AU" dirty="0"/>
              <a:t>Able to extract files and get hashes and do further malware analyse. 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3317E-6378-F7C3-4617-096443635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305" y="3525612"/>
            <a:ext cx="5815390" cy="250352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111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2071-52FF-68A4-B935-FBD32E0D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Run </a:t>
            </a:r>
            <a:r>
              <a:rPr lang="en-AU" dirty="0" err="1"/>
              <a:t>powershell</a:t>
            </a:r>
            <a:r>
              <a:rPr lang="en-AU" dirty="0"/>
              <a:t> on remote machines through velociraptor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E2D70-BF76-1B7D-A720-1EBF12BE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Can run </a:t>
            </a:r>
            <a:r>
              <a:rPr lang="en-AU" dirty="0" err="1"/>
              <a:t>powershell</a:t>
            </a:r>
            <a:r>
              <a:rPr lang="en-AU" dirty="0"/>
              <a:t> commands on individual boxes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50DE0-E04C-9B8A-9F48-EAACB0003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915" y="3019013"/>
            <a:ext cx="5444169" cy="298828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471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AA0C-1C16-1DDB-DAA0-0F24DAAA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Quarantine Host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F671-384C-348F-8CD6-784691F1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If a malicious behaviour is seen on one machine you are able to stop any communication to that machine and only your Velociraptor can communicate with it.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565E-6C88-63FE-B1FB-D00E119E1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4" y="3540286"/>
            <a:ext cx="4008033" cy="277161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7401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0EC2-C760-FC6F-F2AE-E42D001A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EFF92-3DBF-9CBB-AE3E-E87FCE8B0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Labels let you group hosts together and then run hunts targeted only at those grouped hosts.</a:t>
            </a:r>
          </a:p>
          <a:p>
            <a:endParaRPr lang="en-US" dirty="0"/>
          </a:p>
          <a:p>
            <a:r>
              <a:rPr lang="en-US" dirty="0" err="1"/>
              <a:t>i.e</a:t>
            </a:r>
            <a:r>
              <a:rPr lang="en-US" dirty="0"/>
              <a:t> - Adding all windows hosts to a group to run windows specific hunts</a:t>
            </a:r>
          </a:p>
          <a:p>
            <a:endParaRPr lang="en-US" dirty="0"/>
          </a:p>
          <a:p>
            <a:endParaRPr lang="en-AU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671057-485A-F03D-6B99-1FA869793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327" y="3916018"/>
            <a:ext cx="6275977" cy="23213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5969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2E74-CD29-68E3-3B50-F88D0B3BB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Running a hunt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2A568-E0E4-440D-AAED-6394B51B9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hunts allows us to query connected clients for data.</a:t>
            </a:r>
          </a:p>
          <a:p>
            <a:r>
              <a:rPr lang="en-US" dirty="0" err="1"/>
              <a:t>i.e</a:t>
            </a:r>
            <a:r>
              <a:rPr lang="en-AU" dirty="0"/>
              <a:t>  running processes, files, network connections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2183C-59A6-1B77-80A8-CF2197A9D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" y="3652762"/>
            <a:ext cx="6151301" cy="299961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C5F69E-27BD-44BB-D33B-DF6201987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787" y="3493105"/>
            <a:ext cx="5170409" cy="319691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734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8A46-8E9E-C4A4-723E-645A49D9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Running a hunt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A449-0160-A6A9-D3FB-BCF73D469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Able to configure parameters in hunts, such as </a:t>
            </a:r>
            <a:r>
              <a:rPr lang="en-AU" dirty="0" err="1"/>
              <a:t>evtx</a:t>
            </a:r>
            <a:r>
              <a:rPr lang="en-AU" dirty="0"/>
              <a:t> hunt to get only Security logs in stead of the </a:t>
            </a:r>
            <a:r>
              <a:rPr lang="en-AU" dirty="0" err="1"/>
              <a:t>whlole</a:t>
            </a:r>
            <a:r>
              <a:rPr lang="en-AU" dirty="0"/>
              <a:t> </a:t>
            </a:r>
            <a:r>
              <a:rPr lang="en-AU" dirty="0" err="1"/>
              <a:t>evtx</a:t>
            </a:r>
            <a:r>
              <a:rPr lang="en-AU" dirty="0"/>
              <a:t> file.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6812F-6F08-DA18-254E-4CC3AF4A4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948" y="3096227"/>
            <a:ext cx="5994103" cy="321567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8334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8F53-A3AA-C923-EF35-309BE657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View your Hunt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1602-A5CE-C5A4-A0E3-CAB797829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81" y="1883682"/>
            <a:ext cx="10515600" cy="4351338"/>
          </a:xfrm>
        </p:spPr>
        <p:txBody>
          <a:bodyPr/>
          <a:lstStyle/>
          <a:p>
            <a:r>
              <a:rPr lang="en-AU" dirty="0"/>
              <a:t>Check your hunt has finished running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View your output 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3E260-340B-F8F3-9586-C16A45B60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19" y="2626919"/>
            <a:ext cx="9211733" cy="122705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E53CD-4576-26E3-422E-B4A3AF8C5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1029" y="4597211"/>
            <a:ext cx="5220303" cy="158383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5542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DFCA-83BF-8B44-38BD-BBDEF110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Velociraptor Exercise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935FA-D250-BCDD-E782-4D2677570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Create a hunt, figure out what artifacts pertaining to the following:</a:t>
            </a:r>
          </a:p>
          <a:p>
            <a:pPr lvl="1"/>
            <a:r>
              <a:rPr lang="en-AU" dirty="0"/>
              <a:t>Services</a:t>
            </a:r>
          </a:p>
          <a:p>
            <a:pPr lvl="1"/>
            <a:r>
              <a:rPr lang="en-AU" dirty="0"/>
              <a:t>Scheduled Tasks</a:t>
            </a:r>
          </a:p>
          <a:p>
            <a:pPr lvl="1"/>
            <a:r>
              <a:rPr lang="en-AU" dirty="0"/>
              <a:t>Computer Information</a:t>
            </a:r>
          </a:p>
          <a:p>
            <a:pPr lvl="1"/>
            <a:r>
              <a:rPr lang="en-AU" dirty="0"/>
              <a:t>Startup Run Keys</a:t>
            </a:r>
          </a:p>
        </p:txBody>
      </p:sp>
    </p:spTree>
    <p:extLst>
      <p:ext uri="{BB962C8B-B14F-4D97-AF65-F5344CB8AC3E}">
        <p14:creationId xmlns:p14="http://schemas.microsoft.com/office/powerpoint/2010/main" val="85703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4340</TotalTime>
  <Words>463</Words>
  <Application>Microsoft Office PowerPoint</Application>
  <PresentationFormat>Widescreen</PresentationFormat>
  <Paragraphs>65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Velociraptor</vt:lpstr>
      <vt:lpstr>What is Velociraptor?</vt:lpstr>
      <vt:lpstr>Scenario – Deploying Velociraptor</vt:lpstr>
      <vt:lpstr>Virtual File System</vt:lpstr>
      <vt:lpstr>Run powershell on remote machines through velociraptor</vt:lpstr>
      <vt:lpstr>Quarantine Host Machine</vt:lpstr>
      <vt:lpstr>Labels</vt:lpstr>
      <vt:lpstr>Running a hunt</vt:lpstr>
      <vt:lpstr>Running a hunt</vt:lpstr>
      <vt:lpstr>View your Hunt output</vt:lpstr>
      <vt:lpstr>Velociraptor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Ariraam Ramanan</dc:creator>
  <cp:lastModifiedBy>Ariraam Ramanan</cp:lastModifiedBy>
  <cp:revision>8</cp:revision>
  <dcterms:created xsi:type="dcterms:W3CDTF">2025-12-02T23:57:13Z</dcterms:created>
  <dcterms:modified xsi:type="dcterms:W3CDTF">2026-04-14T23:11:33Z</dcterms:modified>
</cp:coreProperties>
</file>