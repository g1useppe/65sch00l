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ED10-2658-6715-D178-3B0764910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BA107-DAE7-45EF-E5E1-B22913D2E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F781B-AAC7-5BCE-C346-6369017B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40C1-502F-F283-D802-E59A21037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36BE3-4FFF-92ED-73BB-4DFC1754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66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F77A-4CD6-5665-ED2A-6D3A6FB3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FF643-840A-679C-1E70-C9A5C1A54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4EDAB-DB1C-8269-F0B3-F951C3C7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F9500-A6CA-56A8-5DA7-5578E38B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9B7BD-28D6-BB21-7AAE-EF418CBF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79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5A64-F2C3-1287-411F-E6CF72256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200F-58CC-2223-D119-CDC280C3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5D544-AB3C-403E-D7FD-8564E1E1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8170-7E91-0CA7-84F5-40BCA9DD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1A0D-70B0-F9E9-79F8-E407B764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80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A0E8-745E-7B65-244B-53ECB710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93E09-701A-7127-CDDF-90FD1FC9E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52185-411A-388A-9F01-DC3A31835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CE6EA-4A58-65DE-64F0-E8331782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B73E2-42EA-4A83-5AB9-41445F73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A423-304E-6B23-E352-462834D6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106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7913-B2C7-3DF5-6B72-C47DB1AA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2E1C0-AE91-F17C-2D42-2448D4BA7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A775F-80E0-87E1-9863-FF3D8756A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361C6D-043D-4CD2-2DD6-9C6B71E43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3625F-6C56-15AF-5FA2-CE63BB6BE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E326F-2205-FFE9-87B8-EA3176E9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405FE-2F5B-BBDB-E9A2-26FE5A3A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90EC5-E87A-D517-8E4D-B50426A2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19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EA50-2D05-FA2E-757B-73A18D10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221F8-CFD3-2F3E-E71E-FD124DC3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0FCB9-3998-9F11-3B9F-CAFBBFCF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0978-D2B2-DDF9-59E3-8B4FA139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532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E55C4-9D54-6282-485A-1CF1FD61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2CDBD-2C8B-7CA4-4EFE-04566066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E2EA2-D0A0-690F-9ACE-64B1DC54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8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95C4-0660-A2A4-6F0E-9C87B7EC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9C50-D715-0529-128E-34E4260C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87995-01EB-2A7C-64DC-325207EDB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ABEB0-8D0B-4A7A-596C-C9EA2112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8CE5F-C182-093A-DAC5-B5E6E894A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C35E7-9346-7D2A-101F-E8E60D8B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0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F7BA-D72E-2857-E005-9322DED5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50F24-3E9A-1E41-B9C6-C189258AA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1C7F6-2F70-5E5A-875A-A9C1F36FA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F4E2D-B632-49E7-3D69-C7AC6F1B7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BA436-FE21-8AF5-7A36-89E01E30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1D8EE-8374-2440-4412-7B6E64C9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72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B9D4-1D05-E11A-C1BB-3C277B87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CC116-4818-4040-F223-D37D47118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49E38-5D5D-9877-2AC9-EB48B746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9A1D0-283C-05C9-B796-E5AD2C1E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8501-90D3-E4C8-7748-FCBD9C52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83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E06F9-7CCF-3F43-0177-DE3F6028F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21EFD-6C9F-73D4-4193-6D80B4FFC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98B3D-35D6-795F-D80D-2C949B49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14CFB-D120-F915-B142-4D698F99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2588D-4343-759B-774C-13847F77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59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A2998-7A8C-E4E8-5246-64F5661D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08429-BBFD-5C79-E673-36E8728EC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84A9B-F639-3096-A3FF-950BA4289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8E0CB-18B2-4FF0-B730-DD57310780AA}" type="datetimeFigureOut">
              <a:rPr lang="en-AU" smtClean="0"/>
              <a:t>3/12/2025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D289-A04B-7235-F0B9-019FECF63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DB45A-3DD8-05B3-8079-9C9521FEA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13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BC21-2F88-D818-FDA3-CD596CA6EC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Velociraptor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A3206-B126-55FB-5502-B4D0F1DBA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13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B2F9-5BE1-6E36-A692-DE76DB9B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Velociraptor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1CC01-CCF3-F2B3-E6AC-38B5ECCB5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Velociraptor is an open-source endpoint visibility and digital forensic tool. </a:t>
            </a:r>
          </a:p>
          <a:p>
            <a:r>
              <a:rPr lang="en-US" dirty="0"/>
              <a:t>It acts as a host-based agent that allows security teams to collect, monitor, and query forensic artefacts across endpoints in real time. </a:t>
            </a:r>
          </a:p>
          <a:p>
            <a:r>
              <a:rPr lang="en-US" dirty="0"/>
              <a:t>By deploying Velociraptor agents across systems, organizations can quickly investigate incidents, detect malicious activity, and feed telemetry back into a Security Information and Event Management (SIEM) system.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10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69E6-A4CD-18A0-1A73-539F1548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96C90-8EA6-C503-00FC-8807D8024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Put velociraptor on the host machines to collect data which we use to analyse and determine malicious behaviour. 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C3FD3-6A5F-7D6F-6AF9-6BB4ADAB4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890" y="2957444"/>
            <a:ext cx="5514275" cy="335445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94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20DB-1017-33B0-43B6-62650F8C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Velociraptor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2ADA0-ECB1-EC14-D3B0-373994A4E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Document setup on git hub page</a:t>
            </a:r>
          </a:p>
        </p:txBody>
      </p:sp>
    </p:spTree>
    <p:extLst>
      <p:ext uri="{BB962C8B-B14F-4D97-AF65-F5344CB8AC3E}">
        <p14:creationId xmlns:p14="http://schemas.microsoft.com/office/powerpoint/2010/main" val="299459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FB526-5D49-0F4B-187C-C11DD8B2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Check how many clients you have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8EB4C-9AEE-4651-5A1C-6C8EC6B45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Click the magnifying glass to check how many clients.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83958-2737-2120-08D4-13865BA68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739" y="3412665"/>
            <a:ext cx="7516678" cy="117725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6494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AA0C-1C16-1DDB-DAA0-0F24DAAA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Quarantine Host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F671-384C-348F-8CD6-784691F1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If a malicious behaviour is seen on one machine you are able to stop any communication to that machine and only your Velociraptor can communicate with it.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565E-6C88-63FE-B1FB-D00E119E1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944" y="3540286"/>
            <a:ext cx="4008033" cy="277161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7401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03A7-BB95-052A-39DE-34E226B7F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Virtual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2E597-6150-77E8-CA06-EE00EFC8B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Can view the directory and the MAC time of files</a:t>
            </a:r>
          </a:p>
          <a:p>
            <a:r>
              <a:rPr lang="en-AU" dirty="0"/>
              <a:t>Able to extract files and get hashes and do further malware analyse. 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3317E-6378-F7C3-4617-096443635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305" y="3525612"/>
            <a:ext cx="5815390" cy="250352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111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2E74-CD29-68E3-3B50-F88D0B3BB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Running Hunt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2A568-E0E4-440D-AAED-6394B51B9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Able to run hunts such as process, files, netstat and other hunts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2183C-59A6-1B77-80A8-CF2197A9D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389" y="2924919"/>
            <a:ext cx="4414630" cy="215274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C5F69E-27BD-44BB-D33B-DF6201987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777" y="2807537"/>
            <a:ext cx="3861352" cy="238751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734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8A46-8E9E-C4A4-723E-645A49D9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Running Hunt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A449-0160-A6A9-D3FB-BCF73D469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Able to configure parameters such as </a:t>
            </a:r>
            <a:r>
              <a:rPr lang="en-AU" dirty="0" err="1"/>
              <a:t>evtx</a:t>
            </a:r>
            <a:r>
              <a:rPr lang="en-AU" dirty="0"/>
              <a:t> hunt get only Security logs.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6812F-6F08-DA18-254E-4CC3AF4A4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948" y="3096227"/>
            <a:ext cx="5994103" cy="321567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8334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8F53-A3AA-C923-EF35-309BE657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View your Hunt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1602-A5CE-C5A4-A0E3-CAB797829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81" y="1883682"/>
            <a:ext cx="10515600" cy="4351338"/>
          </a:xfrm>
        </p:spPr>
        <p:txBody>
          <a:bodyPr/>
          <a:lstStyle/>
          <a:p>
            <a:r>
              <a:rPr lang="en-AU" dirty="0"/>
              <a:t>Check your hunt has finished running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View your output 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3E260-340B-F8F3-9586-C16A45B60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19" y="2626919"/>
            <a:ext cx="9211733" cy="122705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E53CD-4576-26E3-422E-B4A3AF8C5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029" y="4597211"/>
            <a:ext cx="5220303" cy="158383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5542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2071-52FF-68A4-B935-FBD32E0D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Run </a:t>
            </a:r>
            <a:r>
              <a:rPr lang="en-AU" dirty="0" err="1"/>
              <a:t>Powershell</a:t>
            </a:r>
            <a:r>
              <a:rPr lang="en-AU" dirty="0"/>
              <a:t> on remote machines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E2D70-BF76-1B7D-A720-1EBF12BE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Can run </a:t>
            </a:r>
            <a:r>
              <a:rPr lang="en-AU" dirty="0" err="1"/>
              <a:t>powershell</a:t>
            </a:r>
            <a:r>
              <a:rPr lang="en-AU" dirty="0"/>
              <a:t> commands on individual boxes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50DE0-E04C-9B8A-9F48-EAACB000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915" y="3019013"/>
            <a:ext cx="5444169" cy="298828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471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DFCA-83BF-8B44-38BD-BBDEF110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Get use to Velociraptor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935FA-D250-BCDD-E782-4D2677570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Run hunts</a:t>
            </a:r>
          </a:p>
          <a:p>
            <a:r>
              <a:rPr lang="en-AU" dirty="0"/>
              <a:t>Run </a:t>
            </a:r>
            <a:r>
              <a:rPr lang="en-AU" dirty="0" err="1"/>
              <a:t>Powershell</a:t>
            </a:r>
            <a:r>
              <a:rPr lang="en-AU" dirty="0"/>
              <a:t> Commands</a:t>
            </a:r>
          </a:p>
          <a:p>
            <a:r>
              <a:rPr lang="en-AU" dirty="0"/>
              <a:t>Figure out which hunts you would run in a DCI scenario</a:t>
            </a:r>
          </a:p>
          <a:p>
            <a:endParaRPr lang="en-AU" dirty="0"/>
          </a:p>
          <a:p>
            <a:r>
              <a:rPr lang="en-AU" dirty="0"/>
              <a:t>Immersive labs exercise </a:t>
            </a:r>
            <a:r>
              <a:rPr lang="en-AU"/>
              <a:t>if possible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703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2764</TotalTime>
  <Words>259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Velociraptor</vt:lpstr>
      <vt:lpstr>What is Velociraptor</vt:lpstr>
      <vt:lpstr>Scenario</vt:lpstr>
      <vt:lpstr>Velociraptor Setup</vt:lpstr>
      <vt:lpstr>Check how many clients you have</vt:lpstr>
      <vt:lpstr>Quarantine Host Machine</vt:lpstr>
      <vt:lpstr>Virtual File System</vt:lpstr>
      <vt:lpstr>Running Hunt Part 1</vt:lpstr>
      <vt:lpstr>Running Hunt Part 2</vt:lpstr>
      <vt:lpstr>View your Hunt output</vt:lpstr>
      <vt:lpstr>Run Powershell on remote machines </vt:lpstr>
      <vt:lpstr>Get use to Velociraptor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Ariraam Ramanan</dc:creator>
  <cp:lastModifiedBy>Ariraam Ramanan</cp:lastModifiedBy>
  <cp:revision>1</cp:revision>
  <dcterms:created xsi:type="dcterms:W3CDTF">2025-12-02T23:57:13Z</dcterms:created>
  <dcterms:modified xsi:type="dcterms:W3CDTF">2025-12-04T22:01:50Z</dcterms:modified>
</cp:coreProperties>
</file>