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C181-9E1A-041C-A92C-D4B6B3F1C5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204EF1-3D05-4E1B-2BF1-149F9B3467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6F480-7EBC-74B1-8A47-C46CEE768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ADD8B-A3BA-5067-5C0D-CC4B4AAB1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20A3A-03D6-BF46-AF05-E91D9393C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900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96739-3400-896D-214E-311E396B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980A2-19F1-24DC-BC46-FA9A0F70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60FAC-327A-74A1-EC63-3D2E4991B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379C3-FD18-41BA-88D9-A37F95463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D8D40-1C33-60BF-B6F7-594F6F129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0279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F92C-E81E-1B93-2E93-72BA433CC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E61D5-2ED5-C437-1B0C-D4CAE1839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08AB9-CACA-3C66-0491-F33BFF24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45F8A-F094-835D-7453-236F4F05A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FC704-1C69-17FD-16E5-F2C7CAC7B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6465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D0CE-7524-545E-A6C5-DF09CD1BA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B3544-C4A0-1CF9-00C6-1DB3B3DEC1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179E7-8185-5BEA-1FB1-5447F06F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D0D3-7F2C-55C1-BD93-5E90E410B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727F9F-40C7-8795-CFB1-3C1E2780B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FCCC4-8EA8-EDF9-A28D-397040BC9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445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91CB-98F5-5E09-A758-C05AFBA7B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04746-6E00-A055-3E1D-6B7E4A02D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631DB-E119-48F6-CF84-5DD8DAFC4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0E551C-97F3-28B8-CD7D-2F059C1E9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B2D273-BD72-2E89-6665-8FB0AB8474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208AA9-9A32-6665-892A-42F1C86C1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C213C8-2E40-3B0E-1372-1B54C8DE7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F58BF-A76A-446B-4A15-50EAFA02C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392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1109-0E63-845A-F515-83870D07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27F35-D34D-7F25-AC6A-DF62C35BC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A8CA9A-D837-5334-2C1D-5C413AD41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50BF10-A3B1-5BA8-B81D-3282CDE2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512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D8306-FC0A-FF85-F11A-9347E2D02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886B3B-CE94-ADA8-D8A7-FED9F574B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36B1EF-42B2-3142-8A25-9EB44B018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2659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F801-775F-BB80-DA75-0FAE9B255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2C0C-0280-D592-5FA1-7E2497830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3C099-919E-277B-7E91-568EF7BE2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35D703-4A3E-6949-0F30-23218C18B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E2648-5849-C2AC-D840-1377F14E6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5B2B95-C592-9F42-E765-CE15F2FA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6047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15522-F513-AD03-E9B0-3596E88F1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63FED3-15EA-BD42-D023-064E35F757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32912-1552-4430-7D3C-EC3246A2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9065E-A628-71E6-9CDB-80D3BCB55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6EFC-F7C2-5256-0836-BDECB709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C4B6C-36AA-362B-CC36-70EEE5BB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454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E2701-AC29-F8A5-64D1-B4C467FC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5B78D-B739-0056-ABE0-D83405A37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42251-ABD4-B3BE-98E9-9D311DA71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FB054-28D2-3696-0231-77DC94F3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6F186-BB3B-9121-6E2F-1460CDEC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0837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47AFF6-940D-EABA-9FFA-23E4C6F6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7F593C-2E6C-EC64-CAB6-7221189A48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C9D12-7BCA-9283-1385-99324C76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ADCED-DAFB-50FE-5B50-9B1C53D23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8EEBD-E93D-F627-49F7-F680A905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279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7B1611-1514-972D-B192-6F17CEDDF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BC28BE-B298-AF14-3CD4-4F19220DF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9552A-FAA6-F377-B0F3-F9DA2BB073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447FA-567A-498F-ABE1-423C63A16A7D}" type="datetimeFigureOut">
              <a:rPr lang="en-AU" smtClean="0"/>
              <a:t>16/01/2026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4AE02-0EC7-25B7-C98C-B176E98C5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2FEC6-A4B4-C8AE-BC66-B84FFD78E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457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B080E-1B0B-5CA5-D104-0DA73E60DA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Splunk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C0A2E-F295-6983-A046-6B41091F8B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6979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DF453-F5AF-B3FF-7BE9-BA3888FEE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9BE37-D80B-3AB8-AEC5-E00984558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Splunk is a platform that collects, indexes, and searches data pulled from a network.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is widely used as a SIEM solution (Splunk Enterprise Security) to monitor security events, detect threats, and support incident response</a:t>
            </a:r>
          </a:p>
          <a:p>
            <a:endParaRPr lang="en-US" dirty="0"/>
          </a:p>
          <a:p>
            <a:r>
              <a:rPr lang="en-US" dirty="0"/>
              <a:t>Splunk provides dashboards, alerts, and reports so teams can visualize activity and spot issues in real time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7476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3B04-537A-49EE-C276-15FF4919F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CC132-CCC6-56CF-0F04-B2821E777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searching in Splunk first you have to specify an index to search data from. </a:t>
            </a:r>
          </a:p>
          <a:p>
            <a:r>
              <a:rPr lang="en-US" dirty="0"/>
              <a:t>It is common practice to specify an index to refine your search when more than one index exist, this also reduces demand on the SIEM.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i.e</a:t>
            </a:r>
            <a:r>
              <a:rPr lang="en-US" dirty="0"/>
              <a:t> “</a:t>
            </a:r>
            <a:r>
              <a:rPr lang="en-AU" b="1" dirty="0"/>
              <a:t>index=host </a:t>
            </a:r>
            <a:r>
              <a:rPr lang="en-US" b="1" dirty="0"/>
              <a:t>Artifact=</a:t>
            </a:r>
            <a:r>
              <a:rPr lang="en-US" b="1" dirty="0" err="1"/>
              <a:t>Generic.Client.Info</a:t>
            </a:r>
            <a:r>
              <a:rPr lang="en-AU" dirty="0"/>
              <a:t>”– will return all data within the </a:t>
            </a:r>
            <a:r>
              <a:rPr lang="en-AU" b="1" dirty="0"/>
              <a:t>host</a:t>
            </a:r>
            <a:r>
              <a:rPr lang="en-AU" dirty="0"/>
              <a:t> index that relates to the velociraptor artifact “</a:t>
            </a:r>
            <a:r>
              <a:rPr lang="en-US" b="1" dirty="0" err="1"/>
              <a:t>Generic.Client.Info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6709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1FE55-42D4-F665-C5E9-C2F9ADE71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2F1B4-F7C5-C439-22FF-D1C9BD6F4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fields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480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E698-46F7-3E5F-F52A-65B07659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</a:t>
            </a:r>
            <a:r>
              <a:rPr lang="en-US" dirty="0" err="1"/>
              <a:t>splunk</a:t>
            </a:r>
            <a:r>
              <a:rPr lang="en-US" dirty="0"/>
              <a:t>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A90E8-A62A-85F1-C850-337918701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Logical operators AND OR WHER NOT AND NOT </a:t>
            </a:r>
          </a:p>
        </p:txBody>
      </p:sp>
    </p:spTree>
    <p:extLst>
      <p:ext uri="{BB962C8B-B14F-4D97-AF65-F5344CB8AC3E}">
        <p14:creationId xmlns:p14="http://schemas.microsoft.com/office/powerpoint/2010/main" val="139622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6994-1E0E-48A5-9938-3C665347D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6F99C-145C-D717-1968-A1A606F3C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Dashboards are commonly used to display critical information quickly and clearly.</a:t>
            </a:r>
          </a:p>
          <a:p>
            <a:endParaRPr lang="en-US" dirty="0"/>
          </a:p>
          <a:p>
            <a:r>
              <a:rPr lang="en-US" dirty="0"/>
              <a:t>Dashboards can also be used to help drill down on important data for further analysis.</a:t>
            </a:r>
          </a:p>
          <a:p>
            <a:endParaRPr lang="en-US" dirty="0"/>
          </a:p>
          <a:p>
            <a:r>
              <a:rPr lang="en-US" dirty="0"/>
              <a:t>Dashboards are very useful in creating baselines to help determine what is and isn’t normal on a network.</a:t>
            </a:r>
          </a:p>
          <a:p>
            <a:endParaRPr lang="en-US" dirty="0"/>
          </a:p>
          <a:p>
            <a:r>
              <a:rPr lang="en-US" dirty="0"/>
              <a:t>Picture of dashboards?**</a:t>
            </a:r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18504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68CE8-14A6-E453-EEA7-B52B363A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 – making a dashboard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9A020-0FD7-ACBA-BA2B-4EC97DD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 event logs contain vital information and are extremely valuable however are very tedious to look at and often are filled with a lot of irrelevant data.</a:t>
            </a:r>
          </a:p>
          <a:p>
            <a:endParaRPr lang="en-US" dirty="0"/>
          </a:p>
          <a:p>
            <a:r>
              <a:rPr lang="en-US" dirty="0"/>
              <a:t>Using dashboards it is possible to filter and display only relevant  event logs quickly.</a:t>
            </a:r>
          </a:p>
          <a:p>
            <a:endParaRPr lang="en-US" dirty="0"/>
          </a:p>
          <a:p>
            <a:r>
              <a:rPr lang="en-US" dirty="0" err="1"/>
              <a:t>i.e</a:t>
            </a:r>
            <a:r>
              <a:rPr lang="en-US" dirty="0"/>
              <a:t> ***</a:t>
            </a:r>
          </a:p>
        </p:txBody>
      </p:sp>
    </p:spTree>
    <p:extLst>
      <p:ext uri="{BB962C8B-B14F-4D97-AF65-F5344CB8AC3E}">
        <p14:creationId xmlns:p14="http://schemas.microsoft.com/office/powerpoint/2010/main" val="30800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05A66-7EF6-64F4-0942-436BBF0AC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 – making a dashboard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C51D1-1BF4-41F4-0300-EA87C364F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20924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078A-EE9D-B9ED-DD9D-4D219BBE7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2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F5105-07AC-7DF2-6FDA-327B9767E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dashboard displaying </a:t>
            </a:r>
            <a:r>
              <a:rPr lang="en-US" dirty="0" err="1"/>
              <a:t>computername</a:t>
            </a:r>
            <a:r>
              <a:rPr lang="en-US" dirty="0"/>
              <a:t>, time, and </a:t>
            </a:r>
            <a:r>
              <a:rPr lang="en-US" dirty="0" err="1"/>
              <a:t>ipaddress</a:t>
            </a:r>
            <a:r>
              <a:rPr lang="en-US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5492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D5960-DF90-7467-4CBE-BB0F6B744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Baselining using dashboards in </a:t>
            </a:r>
            <a:r>
              <a:rPr lang="en-US" dirty="0" err="1"/>
              <a:t>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8A16-D89C-CB4C-1CFF-9BBBA3D7D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possible to compare a old base line with a current one and display what has changed since the two – if any.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62141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EFE91-C695-553D-FF37-B56DFF61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baseline </a:t>
            </a:r>
            <a:r>
              <a:rPr lang="en-US" dirty="0" err="1"/>
              <a:t>dasboard</a:t>
            </a:r>
            <a:r>
              <a:rPr lang="en-US" dirty="0"/>
              <a:t> in </a:t>
            </a:r>
            <a:r>
              <a:rPr lang="en-US" dirty="0" err="1"/>
              <a:t>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2655C-EF99-DC0E-2A74-5207095C3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- Creating First Baseline</a:t>
            </a:r>
          </a:p>
          <a:p>
            <a:pPr marL="0" indent="0">
              <a:buNone/>
            </a:pPr>
            <a:r>
              <a:rPr lang="en-US" dirty="0"/>
              <a:t>index=host Artifact=“</a:t>
            </a:r>
            <a:r>
              <a:rPr lang="en-US" dirty="0" err="1"/>
              <a:t>windows.System.TaskScheduler</a:t>
            </a:r>
            <a:r>
              <a:rPr lang="en-US" dirty="0"/>
              <a:t>/Analysis” | table </a:t>
            </a:r>
            <a:r>
              <a:rPr lang="en-US" dirty="0" err="1"/>
              <a:t>OSPath</a:t>
            </a:r>
            <a:r>
              <a:rPr lang="en-US" dirty="0"/>
              <a:t>, Command, </a:t>
            </a:r>
            <a:r>
              <a:rPr lang="en-US" dirty="0" err="1"/>
              <a:t>UserId</a:t>
            </a:r>
            <a:r>
              <a:rPr lang="en-US" dirty="0"/>
              <a:t> | </a:t>
            </a:r>
            <a:r>
              <a:rPr lang="en-US" dirty="0" err="1"/>
              <a:t>outputlookup</a:t>
            </a:r>
            <a:r>
              <a:rPr lang="en-US" dirty="0"/>
              <a:t> Scheduletask.csv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AU" dirty="0" err="1"/>
              <a:t>Compairing</a:t>
            </a:r>
            <a:r>
              <a:rPr lang="en-AU" dirty="0"/>
              <a:t> Baseline</a:t>
            </a:r>
          </a:p>
          <a:p>
            <a:pPr marL="0" indent="0">
              <a:buNone/>
            </a:pPr>
            <a:r>
              <a:rPr lang="en-US" dirty="0"/>
              <a:t>index=host Artifact=“</a:t>
            </a:r>
            <a:r>
              <a:rPr lang="en-US" dirty="0" err="1"/>
              <a:t>windows.System.TaskScheduler</a:t>
            </a:r>
            <a:r>
              <a:rPr lang="en-US" dirty="0"/>
              <a:t>/Analysis” | search NOT [ </a:t>
            </a:r>
            <a:r>
              <a:rPr lang="en-US" dirty="0" err="1"/>
              <a:t>inputlookup</a:t>
            </a:r>
            <a:r>
              <a:rPr lang="en-US" dirty="0"/>
              <a:t> Scheduletask.csv | fields </a:t>
            </a:r>
            <a:r>
              <a:rPr lang="en-US" dirty="0" err="1"/>
              <a:t>OSPath</a:t>
            </a:r>
            <a:r>
              <a:rPr lang="en-US" dirty="0"/>
              <a:t>, Command]</a:t>
            </a: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20856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51749-45C6-FD57-8D7D-C4BF05C84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8E636-B342-2FB3-2AF0-EE387D130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5496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70B09-EF4A-77AC-7FE8-A48EAA68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3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599E3-AADA-83DD-BE9E-4899372BC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basdic</a:t>
            </a:r>
            <a:r>
              <a:rPr lang="en-US" dirty="0"/>
              <a:t> baseline dashboard?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3502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6231</TotalTime>
  <Words>393</Words>
  <Application>Microsoft Office PowerPoint</Application>
  <PresentationFormat>Widescreen</PresentationFormat>
  <Paragraphs>43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Splunk</vt:lpstr>
      <vt:lpstr>What is Splunk</vt:lpstr>
      <vt:lpstr>Searching in Splunk </vt:lpstr>
      <vt:lpstr>Searching in Splunk</vt:lpstr>
      <vt:lpstr>Searching in splunk </vt:lpstr>
      <vt:lpstr>Dashboarding in Splunk</vt:lpstr>
      <vt:lpstr>Dashboarding in Splunk – making a dashboard </vt:lpstr>
      <vt:lpstr>Dashboarding in Splunk – making a dashboard</vt:lpstr>
      <vt:lpstr>Lab 2 </vt:lpstr>
      <vt:lpstr>Baselining using dashboards in splunk</vt:lpstr>
      <vt:lpstr>Creating a baseline dasboard in splunk</vt:lpstr>
      <vt:lpstr>PowerPoint Presentation</vt:lpstr>
      <vt:lpstr>Lab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3</cp:revision>
  <dcterms:created xsi:type="dcterms:W3CDTF">2026-01-12T22:50:30Z</dcterms:created>
  <dcterms:modified xsi:type="dcterms:W3CDTF">2026-01-19T00:06:11Z</dcterms:modified>
</cp:coreProperties>
</file>