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70" r:id="rId7"/>
    <p:sldId id="271" r:id="rId8"/>
    <p:sldId id="272" r:id="rId9"/>
    <p:sldId id="273" r:id="rId10"/>
    <p:sldId id="274" r:id="rId11"/>
    <p:sldId id="260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61" r:id="rId20"/>
    <p:sldId id="263" r:id="rId21"/>
    <p:sldId id="28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EC181-9E1A-041C-A92C-D4B6B3F1C5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204EF1-3D05-4E1B-2BF1-149F9B3467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6F480-7EBC-74B1-8A47-C46CEE768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ADD8B-A3BA-5067-5C0D-CC4B4AAB1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20A3A-03D6-BF46-AF05-E91D9393C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900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96739-3400-896D-214E-311E396B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980A2-19F1-24DC-BC46-FA9A0F70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60FAC-327A-74A1-EC63-3D2E4991B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379C3-FD18-41BA-88D9-A37F95463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D8D40-1C33-60BF-B6F7-594F6F129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0279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F92C-E81E-1B93-2E93-72BA433CC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E61D5-2ED5-C437-1B0C-D4CAE1839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08AB9-CACA-3C66-0491-F33BFF24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45F8A-F094-835D-7453-236F4F05A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FC704-1C69-17FD-16E5-F2C7CAC7B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6465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D0CE-7524-545E-A6C5-DF09CD1BA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B3544-C4A0-1CF9-00C6-1DB3B3DEC1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179E7-8185-5BEA-1FB1-5447F06F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D0D3-7F2C-55C1-BD93-5E90E410B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727F9F-40C7-8795-CFB1-3C1E2780B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FCCC4-8EA8-EDF9-A28D-397040BC9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445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91CB-98F5-5E09-A758-C05AFBA7B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04746-6E00-A055-3E1D-6B7E4A02D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631DB-E119-48F6-CF84-5DD8DAFC4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0E551C-97F3-28B8-CD7D-2F059C1E9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B2D273-BD72-2E89-6665-8FB0AB8474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208AA9-9A32-6665-892A-42F1C86C1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C213C8-2E40-3B0E-1372-1B54C8DE7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F58BF-A76A-446B-4A15-50EAFA02C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392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1109-0E63-845A-F515-83870D07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27F35-D34D-7F25-AC6A-DF62C35BC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A8CA9A-D837-5334-2C1D-5C413AD41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50BF10-A3B1-5BA8-B81D-3282CDE2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512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D8306-FC0A-FF85-F11A-9347E2D02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886B3B-CE94-ADA8-D8A7-FED9F574B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36B1EF-42B2-3142-8A25-9EB44B018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2659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F801-775F-BB80-DA75-0FAE9B255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2C0C-0280-D592-5FA1-7E2497830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3C099-919E-277B-7E91-568EF7BE2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35D703-4A3E-6949-0F30-23218C18B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E2648-5849-C2AC-D840-1377F14E6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5B2B95-C592-9F42-E765-CE15F2FA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6047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15522-F513-AD03-E9B0-3596E88F1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63FED3-15EA-BD42-D023-064E35F757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32912-1552-4430-7D3C-EC3246A2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9065E-A628-71E6-9CDB-80D3BCB55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6EFC-F7C2-5256-0836-BDECB709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C4B6C-36AA-362B-CC36-70EEE5BB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454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E2701-AC29-F8A5-64D1-B4C467FC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5B78D-B739-0056-ABE0-D83405A37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42251-ABD4-B3BE-98E9-9D311DA71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FB054-28D2-3696-0231-77DC94F3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6F186-BB3B-9121-6E2F-1460CDEC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0837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47AFF6-940D-EABA-9FFA-23E4C6F6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7F593C-2E6C-EC64-CAB6-7221189A48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C9D12-7BCA-9283-1385-99324C76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ADCED-DAFB-50FE-5B50-9B1C53D23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8EEBD-E93D-F627-49F7-F680A905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279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7B1611-1514-972D-B192-6F17CEDDF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BC28BE-B298-AF14-3CD4-4F19220DF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9552A-FAA6-F377-B0F3-F9DA2BB073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447FA-567A-498F-ABE1-423C63A16A7D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4AE02-0EC7-25B7-C98C-B176E98C5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2FEC6-A4B4-C8AE-BC66-B84FFD78E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7584A-0377-48B3-A94C-57B9FEB35B9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457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B080E-1B0B-5CA5-D104-0DA73E60DA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Splunk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C0A2E-F295-6983-A046-6B41091F8B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6979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DF453-F5AF-B3FF-7BE9-BA3888FEE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9BE37-D80B-3AB8-AEC5-E00984558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Splunk is a platform that collects, indexes, and searches data pulled from a network.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is widely used as a SIEM solution (Splunk Enterprise Security) to monitor security events, detect threats, and support incident response</a:t>
            </a:r>
          </a:p>
          <a:p>
            <a:endParaRPr lang="en-US" dirty="0"/>
          </a:p>
          <a:p>
            <a:r>
              <a:rPr lang="en-US" dirty="0"/>
              <a:t>Splunk provides dashboards, alerts, and reports so teams can visualize activity and spot issues in real time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7476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3B04-537A-49EE-C276-15FF4919F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CC132-CCC6-56CF-0F04-B2821E777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searching in Splunk first you have to specify an index to search data from. </a:t>
            </a:r>
          </a:p>
          <a:p>
            <a:r>
              <a:rPr lang="en-US" dirty="0"/>
              <a:t>It is common practice to specify an index to refine your search when more than one index exist, this also reduces demand on the SIEM.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i.e</a:t>
            </a:r>
            <a:r>
              <a:rPr lang="en-US" dirty="0"/>
              <a:t> “</a:t>
            </a:r>
            <a:r>
              <a:rPr lang="en-AU" b="1" dirty="0"/>
              <a:t>index=host </a:t>
            </a:r>
            <a:r>
              <a:rPr lang="en-US" b="1" dirty="0"/>
              <a:t>Artifact=</a:t>
            </a:r>
            <a:r>
              <a:rPr lang="en-US" b="1" dirty="0" err="1"/>
              <a:t>Generic.Client.Info</a:t>
            </a:r>
            <a:r>
              <a:rPr lang="en-AU" dirty="0"/>
              <a:t>”– will return all data within the </a:t>
            </a:r>
            <a:r>
              <a:rPr lang="en-AU" b="1" dirty="0"/>
              <a:t>host</a:t>
            </a:r>
            <a:r>
              <a:rPr lang="en-AU" dirty="0"/>
              <a:t> index that relates to the velociraptor artifact “</a:t>
            </a:r>
            <a:r>
              <a:rPr lang="en-US" b="1" dirty="0" err="1"/>
              <a:t>Generic.Client.Info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6709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D65AC-0BD4-3378-49AE-B3769605E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intro and viewing source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10602-4487-4787-8BFE-3ABFD0A10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Moving around the </a:t>
            </a:r>
            <a:r>
              <a:rPr lang="en-AU" dirty="0" err="1"/>
              <a:t>splunk</a:t>
            </a:r>
            <a:r>
              <a:rPr lang="en-AU" dirty="0"/>
              <a:t> homepage</a:t>
            </a:r>
          </a:p>
          <a:p>
            <a:endParaRPr lang="en-AU" dirty="0"/>
          </a:p>
          <a:p>
            <a:r>
              <a:rPr lang="en-AU" dirty="0"/>
              <a:t>How to determine all the source types loaded into </a:t>
            </a:r>
            <a:r>
              <a:rPr lang="en-AU" dirty="0" err="1"/>
              <a:t>splunk</a:t>
            </a:r>
            <a:r>
              <a:rPr lang="en-AU" dirty="0"/>
              <a:t>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A20294-A1CC-CB45-1124-08B95F8DF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245" y="3839694"/>
            <a:ext cx="5731510" cy="98806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2876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1FE55-42D4-F665-C5E9-C2F9ADE71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Splunk - Fields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2F1B4-F7C5-C439-22FF-D1C9BD6F4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Fields in Splunk are pieces of information extracted from each event.</a:t>
            </a:r>
          </a:p>
          <a:p>
            <a:r>
              <a:rPr lang="en-US" dirty="0"/>
              <a:t>Fields allow searching, filtering, and analyzing data more effectively.</a:t>
            </a:r>
          </a:p>
          <a:p>
            <a:endParaRPr lang="en-AU" dirty="0"/>
          </a:p>
          <a:p>
            <a:r>
              <a:rPr lang="en-AU" dirty="0"/>
              <a:t>Can think of Fields like variables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480F60-DDE9-3E10-1E17-67BEC3FEB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734" y="3244766"/>
            <a:ext cx="5712906" cy="356485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8086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FB63-4269-E08B-1BE6-87FFCD66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Searches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F6114-8B65-4323-ED14-560AEED52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Do a stats count by </a:t>
            </a:r>
            <a:r>
              <a:rPr lang="en-AU" dirty="0" err="1"/>
              <a:t>Src</a:t>
            </a:r>
            <a:r>
              <a:rPr lang="en-AU" dirty="0"/>
              <a:t> IP</a:t>
            </a:r>
          </a:p>
          <a:p>
            <a:endParaRPr lang="en-AU" dirty="0"/>
          </a:p>
          <a:p>
            <a:pPr marL="0" indent="0">
              <a:buNone/>
            </a:pPr>
            <a:r>
              <a:rPr lang="en-AU" dirty="0"/>
              <a:t> </a:t>
            </a:r>
          </a:p>
          <a:p>
            <a:r>
              <a:rPr lang="en-AU" dirty="0"/>
              <a:t>Do multiple stats count by with </a:t>
            </a:r>
            <a:r>
              <a:rPr lang="en-AU" dirty="0" err="1"/>
              <a:t>src</a:t>
            </a:r>
            <a:r>
              <a:rPr lang="en-AU" dirty="0"/>
              <a:t> </a:t>
            </a:r>
            <a:r>
              <a:rPr lang="en-AU" dirty="0" err="1"/>
              <a:t>ip</a:t>
            </a:r>
            <a:r>
              <a:rPr lang="en-AU" dirty="0"/>
              <a:t> and </a:t>
            </a:r>
            <a:r>
              <a:rPr lang="en-AU" dirty="0" err="1"/>
              <a:t>dst</a:t>
            </a:r>
            <a:r>
              <a:rPr lang="en-AU" dirty="0"/>
              <a:t> </a:t>
            </a:r>
            <a:r>
              <a:rPr lang="en-AU" dirty="0" err="1"/>
              <a:t>ip</a:t>
            </a:r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Give me the latest 5 events of a </a:t>
            </a:r>
            <a:r>
              <a:rPr lang="en-AU" dirty="0" err="1"/>
              <a:t>sourcetype</a:t>
            </a:r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2711A1-BB80-FF87-F869-4DCFD09C2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778" y="2445808"/>
            <a:ext cx="5731510" cy="67945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539ED6-A2DD-3F4B-1394-5FD40C4FA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778" y="4104987"/>
            <a:ext cx="5731510" cy="60261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4155BE-BA73-0D44-AAEE-24A4F22D84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9027" y="5402837"/>
            <a:ext cx="4413945" cy="109003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9094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55FF-3333-2009-0B7A-1C345EFB8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Lab Searches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5BBC8-600E-7783-89CE-F7A620175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Find what file is located in the TEMP directory</a:t>
            </a:r>
          </a:p>
          <a:p>
            <a:endParaRPr lang="en-AU" dirty="0"/>
          </a:p>
          <a:p>
            <a:r>
              <a:rPr lang="en-AU" dirty="0"/>
              <a:t>In </a:t>
            </a:r>
            <a:r>
              <a:rPr lang="en-AU" dirty="0" err="1"/>
              <a:t>splunk</a:t>
            </a:r>
            <a:r>
              <a:rPr lang="en-AU" dirty="0"/>
              <a:t> you are able to do string searches</a:t>
            </a:r>
          </a:p>
        </p:txBody>
      </p:sp>
    </p:spTree>
    <p:extLst>
      <p:ext uri="{BB962C8B-B14F-4D97-AF65-F5344CB8AC3E}">
        <p14:creationId xmlns:p14="http://schemas.microsoft.com/office/powerpoint/2010/main" val="4073885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99223-8C60-72F1-74F3-EB0D7406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15DDB-ED52-D88A-9A32-FC81EB36D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Normal source types have too many fields to analyse at once. 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With the table function you are able to select which fields you want to view.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Helpful when generating dashboards as you can select only the important fields.</a:t>
            </a:r>
          </a:p>
        </p:txBody>
      </p:sp>
    </p:spTree>
    <p:extLst>
      <p:ext uri="{BB962C8B-B14F-4D97-AF65-F5344CB8AC3E}">
        <p14:creationId xmlns:p14="http://schemas.microsoft.com/office/powerpoint/2010/main" val="2372391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7B1FE-22A9-1191-5040-823459462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944F3-8D4E-E361-4C3F-DE2A130CF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Using the </a:t>
            </a:r>
            <a:r>
              <a:rPr lang="en-AU" dirty="0" err="1"/>
              <a:t>PSList</a:t>
            </a:r>
            <a:r>
              <a:rPr lang="en-AU" dirty="0"/>
              <a:t> source type extract the fields seen in the screenshot below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After tabling source types get rid of duplications</a:t>
            </a:r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1E28F0-F02F-6AE8-E415-FB3E1B693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245" y="2852541"/>
            <a:ext cx="5731510" cy="59944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29D5EE-00AB-A5BC-11F0-66792B238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245" y="4865642"/>
            <a:ext cx="5731510" cy="69723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94184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BE3DB-F5AD-4DBF-13D3-44CAA9F95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Lab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1AAB1-386C-2B85-D0E7-5C033C9E8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 the con.log source type can you output the </a:t>
            </a:r>
            <a:r>
              <a:rPr lang="en-AU" dirty="0" err="1"/>
              <a:t>src</a:t>
            </a:r>
            <a:r>
              <a:rPr lang="en-AU" dirty="0"/>
              <a:t> IP, </a:t>
            </a:r>
            <a:r>
              <a:rPr lang="en-AU" dirty="0" err="1"/>
              <a:t>Dst</a:t>
            </a:r>
            <a:r>
              <a:rPr lang="en-AU" dirty="0"/>
              <a:t> IP, </a:t>
            </a:r>
            <a:r>
              <a:rPr lang="en-AU" dirty="0" err="1"/>
              <a:t>Src</a:t>
            </a:r>
            <a:r>
              <a:rPr lang="en-AU" dirty="0"/>
              <a:t> port, </a:t>
            </a:r>
            <a:r>
              <a:rPr lang="en-AU" dirty="0" err="1"/>
              <a:t>Dst</a:t>
            </a:r>
            <a:r>
              <a:rPr lang="en-AU" dirty="0"/>
              <a:t> port. </a:t>
            </a:r>
          </a:p>
          <a:p>
            <a:r>
              <a:rPr lang="en-AU" dirty="0"/>
              <a:t>Afterwards can you </a:t>
            </a:r>
            <a:r>
              <a:rPr lang="en-AU" dirty="0" err="1"/>
              <a:t>dedup</a:t>
            </a:r>
            <a:r>
              <a:rPr lang="en-AU" dirty="0"/>
              <a:t> the </a:t>
            </a:r>
            <a:r>
              <a:rPr lang="en-AU" dirty="0" err="1"/>
              <a:t>Src</a:t>
            </a:r>
            <a:r>
              <a:rPr lang="en-AU" dirty="0"/>
              <a:t> port and </a:t>
            </a:r>
            <a:r>
              <a:rPr lang="en-AU" dirty="0" err="1"/>
              <a:t>Dst</a:t>
            </a:r>
            <a:r>
              <a:rPr lang="en-AU" dirty="0"/>
              <a:t> port</a:t>
            </a:r>
          </a:p>
        </p:txBody>
      </p:sp>
    </p:spTree>
    <p:extLst>
      <p:ext uri="{BB962C8B-B14F-4D97-AF65-F5344CB8AC3E}">
        <p14:creationId xmlns:p14="http://schemas.microsoft.com/office/powerpoint/2010/main" val="3415588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E698-46F7-3E5F-F52A-65B07659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Operators in Splunk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A90E8-A62A-85F1-C850-337918701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Logical operators are used in Splunk searches to combine or refine conditions. They make searches more precise and enable more advanced filtering logic.</a:t>
            </a:r>
          </a:p>
          <a:p>
            <a:r>
              <a:rPr lang="en-US" dirty="0"/>
              <a:t>Common logical operators include AND, OR, and NOT.</a:t>
            </a:r>
          </a:p>
          <a:p>
            <a:r>
              <a:rPr lang="en-US" b="1" dirty="0"/>
              <a:t>AND</a:t>
            </a:r>
            <a:r>
              <a:rPr lang="en-US" dirty="0"/>
              <a:t> requires all conditions to be true (e.g., status=200 AND method=POST)</a:t>
            </a:r>
          </a:p>
          <a:p>
            <a:r>
              <a:rPr lang="en-US" b="1" dirty="0"/>
              <a:t>OR</a:t>
            </a:r>
            <a:r>
              <a:rPr lang="en-US" dirty="0"/>
              <a:t> allows any one of multiple conditions to be true (e.g., status=200 OR status=404)</a:t>
            </a:r>
          </a:p>
          <a:p>
            <a:r>
              <a:rPr lang="en-US" b="1" dirty="0"/>
              <a:t>NOT</a:t>
            </a:r>
            <a:r>
              <a:rPr lang="en-US" dirty="0"/>
              <a:t> excludes certain events from results (e.g., NOT status=200).</a:t>
            </a:r>
          </a:p>
        </p:txBody>
      </p:sp>
    </p:spTree>
    <p:extLst>
      <p:ext uri="{BB962C8B-B14F-4D97-AF65-F5344CB8AC3E}">
        <p14:creationId xmlns:p14="http://schemas.microsoft.com/office/powerpoint/2010/main" val="1396224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80424-4DA8-E140-05EC-2213F3957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68E8A-F5B9-ADC2-56F8-9163DEF50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Show any prefetch file which starts WU but not the string WUACLT.EXE…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216382-AEA9-CD6A-F502-CA06A160B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62" y="3493634"/>
            <a:ext cx="7930876" cy="86549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2005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F18B-D20D-3CF4-4536-CB6C1E981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Lab 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20310-7183-0779-DFC8-6378F4D70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Using the </a:t>
            </a:r>
            <a:r>
              <a:rPr lang="en-AU" dirty="0" err="1"/>
              <a:t>sourcetype</a:t>
            </a:r>
            <a:r>
              <a:rPr lang="en-AU" dirty="0"/>
              <a:t> </a:t>
            </a:r>
            <a:r>
              <a:rPr lang="en-AU" dirty="0" err="1"/>
              <a:t>pslist.json</a:t>
            </a:r>
            <a:r>
              <a:rPr lang="en-AU" dirty="0"/>
              <a:t> how many events contain  chrome.exe and backdoor.exe in the Exe field</a:t>
            </a:r>
          </a:p>
        </p:txBody>
      </p:sp>
    </p:spTree>
    <p:extLst>
      <p:ext uri="{BB962C8B-B14F-4D97-AF65-F5344CB8AC3E}">
        <p14:creationId xmlns:p14="http://schemas.microsoft.com/office/powerpoint/2010/main" val="1888692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C424B-4F60-03EA-57A9-C4318A90D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Regex in </a:t>
            </a:r>
            <a:r>
              <a:rPr lang="en-AU" dirty="0" err="1"/>
              <a:t>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113D1-625D-E148-8A2F-8E8922728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your events has too many strings where it is not able to properly extract values, you can regex events to get better filters. 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If your not strong with regex its okay AI is your best friend.</a:t>
            </a:r>
          </a:p>
          <a:p>
            <a:endParaRPr lang="en-AU" dirty="0"/>
          </a:p>
          <a:p>
            <a:r>
              <a:rPr lang="en-AU" dirty="0"/>
              <a:t>If you want to see more regex examples look at the </a:t>
            </a:r>
            <a:r>
              <a:rPr lang="en-AU" dirty="0" err="1"/>
              <a:t>splunk</a:t>
            </a:r>
            <a:r>
              <a:rPr lang="en-AU" dirty="0"/>
              <a:t> Lab demo for more complicated regex queries</a:t>
            </a:r>
          </a:p>
        </p:txBody>
      </p:sp>
    </p:spTree>
    <p:extLst>
      <p:ext uri="{BB962C8B-B14F-4D97-AF65-F5344CB8AC3E}">
        <p14:creationId xmlns:p14="http://schemas.microsoft.com/office/powerpoint/2010/main" val="2712621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6CF57-0E44-E153-E9AD-741B7CFDB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regex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E2728-F8BE-2E96-0A43-3C9C89C19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Show any events that contain the computer name with the string HCM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70B2D-A706-E811-5589-BBC5BD3AF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471" y="3429000"/>
            <a:ext cx="5967058" cy="168248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12635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D264-8733-0EF3-C8CC-B7A375921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Baselining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AC551-11EA-69E8-93ED-42FC9CDCC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Whenever you go to a network the first step you conduct is a baseline. </a:t>
            </a:r>
          </a:p>
          <a:p>
            <a:endParaRPr lang="en-AU" dirty="0"/>
          </a:p>
          <a:p>
            <a:r>
              <a:rPr lang="en-AU" dirty="0"/>
              <a:t>In </a:t>
            </a:r>
            <a:r>
              <a:rPr lang="en-AU" dirty="0" err="1"/>
              <a:t>splunk</a:t>
            </a:r>
            <a:r>
              <a:rPr lang="en-AU" dirty="0"/>
              <a:t> you are able to get services, schedule task and other artefacts and baseline them. </a:t>
            </a:r>
          </a:p>
          <a:p>
            <a:endParaRPr lang="en-AU" dirty="0"/>
          </a:p>
          <a:p>
            <a:r>
              <a:rPr lang="en-AU" dirty="0"/>
              <a:t>You can do this by making CSV and for future searches you compare the output to the CSV any new unique events will flag it. </a:t>
            </a:r>
          </a:p>
        </p:txBody>
      </p:sp>
    </p:spTree>
    <p:extLst>
      <p:ext uri="{BB962C8B-B14F-4D97-AF65-F5344CB8AC3E}">
        <p14:creationId xmlns:p14="http://schemas.microsoft.com/office/powerpoint/2010/main" val="17192647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2F14E-AE11-45B2-ADA3-45181DBB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11016-C1F9-AB78-C1DD-85DE27715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Making the CSV and the </a:t>
            </a:r>
            <a:r>
              <a:rPr lang="en-AU" dirty="0" err="1"/>
              <a:t>Computename</a:t>
            </a:r>
            <a:r>
              <a:rPr lang="en-AU" dirty="0"/>
              <a:t> and command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Show where to see the json_host.csv file</a:t>
            </a:r>
          </a:p>
          <a:p>
            <a:r>
              <a:rPr lang="en-AU" dirty="0"/>
              <a:t>Compare the csv with latest filters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7AA05B-895E-2334-B3F3-396EF4B60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112" y="2743049"/>
            <a:ext cx="5731510" cy="74295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193AB3-06D1-A3BA-8162-B809D05EA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4922" y="5222889"/>
            <a:ext cx="7161214" cy="80053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0649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9B2A-9BEC-64C5-305C-30946A11E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Lab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DF493-2E66-C567-FD48-BA0804EB1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Make a baseline on any of the sources you currently have.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Using the commands in the previous slide figure out how to make the CSV and test it. </a:t>
            </a:r>
          </a:p>
        </p:txBody>
      </p:sp>
    </p:spTree>
    <p:extLst>
      <p:ext uri="{BB962C8B-B14F-4D97-AF65-F5344CB8AC3E}">
        <p14:creationId xmlns:p14="http://schemas.microsoft.com/office/powerpoint/2010/main" val="2105736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6994-1E0E-48A5-9938-3C665347D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Dashboarding in Splunk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6F99C-145C-D717-1968-A1A606F3C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Dashboards are commonly used to display critical information quickly and clearly.</a:t>
            </a:r>
          </a:p>
          <a:p>
            <a:r>
              <a:rPr lang="en-US" dirty="0"/>
              <a:t>Dashboards can also be used to help drill down on important data for further analysis.</a:t>
            </a:r>
          </a:p>
          <a:p>
            <a:r>
              <a:rPr lang="en-US" dirty="0"/>
              <a:t>Dashboards are very useful in creating baselines to help determine what is and isn’t normal on a network.</a:t>
            </a:r>
          </a:p>
          <a:p>
            <a:pPr marL="0" indent="0">
              <a:buNone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6BB166-1D1A-5AED-3AF2-EDEAC0F53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6" y="4775200"/>
            <a:ext cx="12161899" cy="182217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18504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05A66-7EF6-64F4-0942-436BBF0AC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Making a </a:t>
            </a:r>
            <a:r>
              <a:rPr lang="en-AU" dirty="0" err="1"/>
              <a:t>splunk</a:t>
            </a:r>
            <a:r>
              <a:rPr lang="en-AU" dirty="0"/>
              <a:t>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C51D1-1BF4-41F4-0300-EA87C364F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Demo on how to make a dashboard look at Splunk lab demo. </a:t>
            </a:r>
          </a:p>
        </p:txBody>
      </p:sp>
    </p:spTree>
    <p:extLst>
      <p:ext uri="{BB962C8B-B14F-4D97-AF65-F5344CB8AC3E}">
        <p14:creationId xmlns:p14="http://schemas.microsoft.com/office/powerpoint/2010/main" val="4220924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3141E-7017-5724-AF7A-D3C8D19A3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Demo Dropdown / searches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67D6F-7488-3BF8-0FA7-86143AD87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Show how to search quickly by making a dropdown menu and a search filter</a:t>
            </a:r>
          </a:p>
        </p:txBody>
      </p:sp>
    </p:spTree>
    <p:extLst>
      <p:ext uri="{BB962C8B-B14F-4D97-AF65-F5344CB8AC3E}">
        <p14:creationId xmlns:p14="http://schemas.microsoft.com/office/powerpoint/2010/main" val="1089203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7737</TotalTime>
  <Words>776</Words>
  <Application>Microsoft Office PowerPoint</Application>
  <PresentationFormat>Widescreen</PresentationFormat>
  <Paragraphs>90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Splunk</vt:lpstr>
      <vt:lpstr>What is Splunk</vt:lpstr>
      <vt:lpstr>Searching in Splunk </vt:lpstr>
      <vt:lpstr>Demo intro and viewing source types</vt:lpstr>
      <vt:lpstr>Searching in Splunk - Fields</vt:lpstr>
      <vt:lpstr>Demo Searches</vt:lpstr>
      <vt:lpstr>Lab Searches</vt:lpstr>
      <vt:lpstr>Table</vt:lpstr>
      <vt:lpstr>Demo Table</vt:lpstr>
      <vt:lpstr>Lab Tables</vt:lpstr>
      <vt:lpstr>Logic Operators in Splunk </vt:lpstr>
      <vt:lpstr>Demo Logical Operators</vt:lpstr>
      <vt:lpstr>Lab Logical Operators</vt:lpstr>
      <vt:lpstr>Regex in splunk</vt:lpstr>
      <vt:lpstr>Demo regex</vt:lpstr>
      <vt:lpstr>Baselining</vt:lpstr>
      <vt:lpstr>Demo Baseline</vt:lpstr>
      <vt:lpstr>Lab Baseline</vt:lpstr>
      <vt:lpstr>Dashboarding in Splunk</vt:lpstr>
      <vt:lpstr>Demo Making a splunk dashboard</vt:lpstr>
      <vt:lpstr>Demo Dropdown / searches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8</cp:revision>
  <dcterms:created xsi:type="dcterms:W3CDTF">2026-01-12T22:50:30Z</dcterms:created>
  <dcterms:modified xsi:type="dcterms:W3CDTF">2026-01-22T21:28:57Z</dcterms:modified>
</cp:coreProperties>
</file>